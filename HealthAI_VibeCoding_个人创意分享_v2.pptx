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3" name="Shape 1"/>
          <p:cNvSpPr/>
          <p:nvPr/>
        </p:nvSpPr>
        <p:spPr>
          <a:xfrm>
            <a:off x="7589520" y="-731520"/>
            <a:ext cx="2926080" cy="2926080"/>
          </a:xfrm>
          <a:prstGeom prst="ellipse">
            <a:avLst/>
          </a:prstGeom>
          <a:solidFill>
            <a:srgbClr val="A78BFA">
              <a:alpha val="2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046720" y="-274320"/>
            <a:ext cx="2011680" cy="2011680"/>
          </a:xfrm>
          <a:prstGeom prst="ellipse">
            <a:avLst/>
          </a:prstGeom>
          <a:solidFill>
            <a:srgbClr val="2A3060">
              <a:alpha val="6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2DD4BF">
              <a:alpha val="25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 × 个人创意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不止改变工作方式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更能让个人创意从想法到产品落地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828800" cy="0"/>
          </a:xfrm>
          <a:prstGeom prst="line">
            <a:avLst/>
          </a:prstGeom>
          <a:noFill/>
          <a:ln w="25400">
            <a:solidFill>
              <a:srgbClr val="2DD4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用同样的 Vibe Coding 方式，我在业余时间独立开发了一个完整的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个人健康管理 AI 系统 — Vital Command / HealthAI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6400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 idea → 架构 → 前端 → 后端 → iOS → 部署 → 公网上线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一个人 × 三个 AI 工具 × 16天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个人思路：用 AI 真正「经营」自己的健康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三条路汇合成一个想法 — 整合全域数据 + AI 分析 + AI Coding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331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45720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6" name="Shape 4"/>
          <p:cNvSpPr/>
          <p:nvPr/>
        </p:nvSpPr>
        <p:spPr>
          <a:xfrm>
            <a:off x="475488" y="1143000"/>
            <a:ext cx="594360" cy="219456"/>
          </a:xfrm>
          <a:prstGeom prst="rect">
            <a:avLst/>
          </a:prstGeom>
          <a:solidFill>
            <a:srgbClr val="F87171">
              <a:alpha val="2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475488" y="114300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痛点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5568" y="11155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2432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全域数据散落各处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965960"/>
            <a:ext cx="24323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体检报告、血液检查、体脂秤、运动记录、基因报告、饮食习惯——数据存在五六个App里，从没被系统地看过一次。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971800"/>
            <a:ext cx="243230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0540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 想把它们都汇聚起来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51760" cy="2331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005840"/>
            <a:ext cx="2651760" cy="4572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15" name="Shape 13"/>
          <p:cNvSpPr/>
          <p:nvPr/>
        </p:nvSpPr>
        <p:spPr>
          <a:xfrm>
            <a:off x="3310128" y="1143000"/>
            <a:ext cx="594360" cy="219456"/>
          </a:xfrm>
          <a:prstGeom prst="rect">
            <a:avLst/>
          </a:prstGeom>
          <a:solidFill>
            <a:srgbClr val="2DD4BF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3310128" y="114300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机会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50208" y="11155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0128" y="1444752"/>
            <a:ext cx="2432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大模型正好擅长这件事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1965960"/>
            <a:ext cx="24323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 不仅能理解自然语言，更能结合个人历史数据给出个性化的解读和建议——比搜索引擎更懂我的身体状况。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10128" y="2971800"/>
            <a:ext cx="243230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30540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 让 AI 做私人健康顾问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35040" y="1005840"/>
            <a:ext cx="2651760" cy="2331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005840"/>
            <a:ext cx="2651760" cy="457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24" name="Shape 22"/>
          <p:cNvSpPr/>
          <p:nvPr/>
        </p:nvSpPr>
        <p:spPr>
          <a:xfrm>
            <a:off x="6144768" y="1143000"/>
            <a:ext cx="594360" cy="219456"/>
          </a:xfrm>
          <a:prstGeom prst="rect">
            <a:avLst/>
          </a:prstGeom>
          <a:solidFill>
            <a:srgbClr val="A78BFA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6144768" y="1143000"/>
            <a:ext cx="5943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方法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784848" y="111556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🛠️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44768" y="1444752"/>
            <a:ext cx="24323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Vibe Coding 让想法落地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44768" y="1965960"/>
            <a:ext cx="2432304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推荐系统 AI 工作台已经验证了 Vibe Coding 的生产力。顺手把同样的方法论用到自己身上，同步验证这套工作方式的边界。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44768" y="2971800"/>
            <a:ext cx="2432304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054096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→  把工作经验迁移到个人项目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49040" y="3493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三条路汇合 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8412480" cy="1005840"/>
          </a:xfrm>
          <a:prstGeom prst="rect">
            <a:avLst/>
          </a:prstGeom>
          <a:solidFill>
            <a:srgbClr val="1E2340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3886200"/>
            <a:ext cx="0" cy="82296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3912" y="3886200"/>
            <a:ext cx="0" cy="822960"/>
          </a:xfrm>
          <a:prstGeom prst="line">
            <a:avLst/>
          </a:prstGeom>
          <a:noFill/>
          <a:ln w="12700">
            <a:solidFill>
              <a:srgbClr val="3A4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8587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🏥  全域数据采集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94360" y="418795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体检 · 血检 · 基因 · 体脂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运动 · 饮食 · HealthKit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410712" y="38587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🤖  AI 深度分析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10712" y="418795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规则引擎 + LLM 双层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趋势 · 联动 · 个性洞察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27064" y="385876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📱  随时随地可用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27064" y="4187952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iOS 原生客户端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公网部署 · 离线优先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Vital Command · 产品一览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一个人用 Vibe Coding 从零到上线的完整 iOS + Web 健康 AI 系统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3931920"/>
            <a:ext cx="2011680" cy="91440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3931920"/>
            <a:ext cx="2011680" cy="4572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8" name="Text 5"/>
          <p:cNvSpPr/>
          <p:nvPr/>
        </p:nvSpPr>
        <p:spPr>
          <a:xfrm>
            <a:off x="429768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健康仪表盘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健康分 · AI分析 · 指标趋势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14600" y="3931920"/>
            <a:ext cx="2011680" cy="91440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14600" y="3931920"/>
            <a:ext cx="2011680" cy="457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2" name="Text 9"/>
          <p:cNvSpPr/>
          <p:nvPr/>
        </p:nvSpPr>
        <p:spPr>
          <a:xfrm>
            <a:off x="2624328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总览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24328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综合结论 · 风险 · 卡点 · 联动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9160" y="3931920"/>
            <a:ext cx="2011680" cy="91440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09160" y="3931920"/>
            <a:ext cx="2011680" cy="45720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16" name="Text 13"/>
          <p:cNvSpPr/>
          <p:nvPr/>
        </p:nvSpPr>
        <p:spPr>
          <a:xfrm>
            <a:off x="4818888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健康计划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18888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AI个性化建议 · 可接受执行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903720" y="3931920"/>
            <a:ext cx="2011680" cy="91440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03720" y="3931920"/>
            <a:ext cx="201168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20" name="Text 17"/>
          <p:cNvSpPr/>
          <p:nvPr/>
        </p:nvSpPr>
        <p:spPr>
          <a:xfrm>
            <a:off x="7013448" y="404164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数据源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13448" y="43434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HealthKit · 华为 · Garmin · COROS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1A1F38"/>
          </a:solidFill>
        </p:spPr>
      </p:sp>
      <p:sp>
        <p:nvSpPr>
          <p:cNvPr id="23" name="Text 20"/>
          <p:cNvSpPr/>
          <p:nvPr/>
        </p:nvSpPr>
        <p:spPr>
          <a:xfrm>
            <a:off x="457200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36 API 端点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06040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 次数据库迁移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754880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 次TestFlight构建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903720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app.wellai.online 公网访问</a:t>
            </a:r>
            <a:endParaRPr lang="en-US" sz="10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895" y="889635"/>
            <a:ext cx="1689100" cy="269430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455" y="888365"/>
            <a:ext cx="1689735" cy="269367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015" y="887730"/>
            <a:ext cx="1675130" cy="272732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4065" y="864870"/>
            <a:ext cx="1530985" cy="2753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深度集成 · 不只是套壳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规则引擎 + LLM 双层架构，从数据采集到洞察生成的完整 AI 闭环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0" y="914400"/>
            <a:ext cx="3840480" cy="86868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120640" y="914400"/>
            <a:ext cx="54864" cy="86868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8" name="Text 5"/>
          <p:cNvSpPr/>
          <p:nvPr/>
        </p:nvSpPr>
        <p:spPr>
          <a:xfrm>
            <a:off x="5257800" y="10058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669280" y="100584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健康对话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0" y="1298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基于个人数据的智能问答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指标解读 · 行动建议 · 趋势预判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120640" y="1920240"/>
            <a:ext cx="3840480" cy="86868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920240"/>
            <a:ext cx="54864" cy="868680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13" name="Text 10"/>
          <p:cNvSpPr/>
          <p:nvPr/>
        </p:nvSpPr>
        <p:spPr>
          <a:xfrm>
            <a:off x="5257800" y="20116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669280" y="201168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体检报告 AI 洞察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0" y="23042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自动识别异常指标 · 分级告警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结构化分析 · 可执行行动建议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20640" y="2926080"/>
            <a:ext cx="3840480" cy="86868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120640" y="2926080"/>
            <a:ext cx="54864" cy="86868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8" name="Text 15"/>
          <p:cNvSpPr/>
          <p:nvPr/>
        </p:nvSpPr>
        <p:spPr>
          <a:xfrm>
            <a:off x="5257800" y="3017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669280" y="301752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多维度规则引擎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0" y="331012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趋势分析 · 异常检测 · 联动观察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严重度分级 · 证据化 Insights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120640" y="3931920"/>
            <a:ext cx="3840480" cy="868680"/>
          </a:xfrm>
          <a:prstGeom prst="rect">
            <a:avLst/>
          </a:prstGeom>
          <a:solidFill>
            <a:srgbClr val="252B48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20640" y="3931920"/>
            <a:ext cx="54864" cy="86868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23" name="Text 20"/>
          <p:cNvSpPr/>
          <p:nvPr/>
        </p:nvSpPr>
        <p:spPr>
          <a:xfrm>
            <a:off x="5257800" y="402336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🧬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669280" y="4023360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多模态数据理解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69280" y="431596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体检PDF/图片OCR · 基因报告解析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饮食图片识别 · HealthKit同步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1A1F38"/>
          </a:solidFill>
        </p:spPr>
      </p:sp>
      <p:sp>
        <p:nvSpPr>
          <p:cNvPr id="27" name="Text 24"/>
          <p:cNvSpPr/>
          <p:nvPr/>
        </p:nvSpPr>
        <p:spPr>
          <a:xfrm>
            <a:off x="640080" y="4681728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SDK 驱动  ·  多 Provider 路由  ·  Prompt 模板化  ·  规则+LLM 混合架构  ·  Mock 测试全覆盖</a:t>
            </a:r>
            <a:endParaRPr lang="en-US" sz="10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930" y="1005840"/>
            <a:ext cx="1737360" cy="334391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885" y="990600"/>
            <a:ext cx="1743075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迭代全景：从零到产品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8个开发阶段 · 19+需求模块 · 15次数据库演进 · 4轮PLAN迭代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554480" cy="4572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6" name="Text 4"/>
          <p:cNvSpPr/>
          <p:nvPr/>
        </p:nvSpPr>
        <p:spPr>
          <a:xfrm>
            <a:off x="347472" y="10972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Stage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7472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数据导入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与标准化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多源导入 · 字段映射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单位标准化 · 异常标记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005840"/>
            <a:ext cx="15544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20240" y="1005840"/>
            <a:ext cx="155448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1" name="Text 9"/>
          <p:cNvSpPr/>
          <p:nvPr/>
        </p:nvSpPr>
        <p:spPr>
          <a:xfrm>
            <a:off x="1993392" y="10972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Stage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规则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分析引擎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392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趋势分析 · 异常检测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联动观察 · Insights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1005840"/>
            <a:ext cx="15544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1005840"/>
            <a:ext cx="1554480" cy="457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16" name="Text 14"/>
          <p:cNvSpPr/>
          <p:nvPr/>
        </p:nvSpPr>
        <p:spPr>
          <a:xfrm>
            <a:off x="3639312" y="10972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Stage 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39312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LLM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洞察层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39312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日/周/月摘要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多Provider · Prompt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212080" y="1005840"/>
            <a:ext cx="15544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12080" y="1005840"/>
            <a:ext cx="1554480" cy="45720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21" name="Text 19"/>
          <p:cNvSpPr/>
          <p:nvPr/>
        </p:nvSpPr>
        <p:spPr>
          <a:xfrm>
            <a:off x="5285232" y="10972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Stage 6-7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85232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首页与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报告页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85232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Dashboard · 趋势图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报告 · Snapshot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1005840"/>
            <a:ext cx="15544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005840"/>
            <a:ext cx="1554480" cy="45720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6" name="Text 24"/>
          <p:cNvSpPr/>
          <p:nvPr/>
        </p:nvSpPr>
        <p:spPr>
          <a:xfrm>
            <a:off x="6931152" y="109728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Stage 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1280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隐私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与安全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31152" y="169164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脱敏审计 · 安全日志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导出/删除接口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764792" y="1463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10712" y="1463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56632" y="1463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02552" y="146304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246888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迭代轮次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4320" y="27889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2788920"/>
            <a:ext cx="1965960" cy="45720"/>
          </a:xfrm>
          <a:prstGeom prst="rect">
            <a:avLst/>
          </a:prstGeom>
          <a:solidFill>
            <a:srgbClr val="FB923C"/>
          </a:solidFill>
        </p:spPr>
      </p:sp>
      <p:sp>
        <p:nvSpPr>
          <p:cNvPr id="36" name="Text 34"/>
          <p:cNvSpPr/>
          <p:nvPr/>
        </p:nvSpPr>
        <p:spPr>
          <a:xfrm>
            <a:off x="365760" y="2880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371600" y="288036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5模块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1363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洞察升级 + 基因上传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饮食MVP + 报告联动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377440" y="27889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377440" y="2788920"/>
            <a:ext cx="1965960" cy="4572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41" name="Text 39"/>
          <p:cNvSpPr/>
          <p:nvPr/>
        </p:nvSpPr>
        <p:spPr>
          <a:xfrm>
            <a:off x="2468880" y="2880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74720" y="288036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5模块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31363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首页核心指标改造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分析模块 + 空态处理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27889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2788920"/>
            <a:ext cx="1965960" cy="4572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46" name="Text 44"/>
          <p:cNvSpPr/>
          <p:nvPr/>
        </p:nvSpPr>
        <p:spPr>
          <a:xfrm>
            <a:off x="4572000" y="2880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3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77840" y="288036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4模块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0" y="31363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Apple登录 + HealthKit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离线缓存 + 无白屏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583680" y="2788920"/>
            <a:ext cx="19659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83680" y="2788920"/>
            <a:ext cx="1965960" cy="457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51" name="Text 49"/>
          <p:cNvSpPr/>
          <p:nvPr/>
        </p:nvSpPr>
        <p:spPr>
          <a:xfrm>
            <a:off x="6675120" y="2880360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 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80960" y="2880360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3模块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675120" y="3136392"/>
            <a:ext cx="17830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Cloudflare Tunnel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主备切换 + 公网接入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57200" y="39319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数据库演进 · 15次迁移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73024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56" name="Shape 54"/>
          <p:cNvSpPr/>
          <p:nvPr/>
        </p:nvSpPr>
        <p:spPr>
          <a:xfrm>
            <a:off x="71932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统一Schema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133856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59" name="Shape 57"/>
          <p:cNvSpPr/>
          <p:nvPr/>
        </p:nvSpPr>
        <p:spPr>
          <a:xfrm>
            <a:off x="128016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94688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61" name="Shape 59"/>
          <p:cNvSpPr/>
          <p:nvPr/>
        </p:nvSpPr>
        <p:spPr>
          <a:xfrm>
            <a:off x="184099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55520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63" name="Shape 61"/>
          <p:cNvSpPr/>
          <p:nvPr/>
        </p:nvSpPr>
        <p:spPr>
          <a:xfrm>
            <a:off x="240182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048256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导入日志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2816352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66" name="Shape 64"/>
          <p:cNvSpPr/>
          <p:nvPr/>
        </p:nvSpPr>
        <p:spPr>
          <a:xfrm>
            <a:off x="2962656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77184" y="4251960"/>
            <a:ext cx="146304" cy="146304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68" name="Shape 66"/>
          <p:cNvSpPr/>
          <p:nvPr/>
        </p:nvSpPr>
        <p:spPr>
          <a:xfrm>
            <a:off x="352348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38016" y="4251960"/>
            <a:ext cx="146304" cy="146304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70" name="Shape 68"/>
          <p:cNvSpPr/>
          <p:nvPr/>
        </p:nvSpPr>
        <p:spPr>
          <a:xfrm>
            <a:off x="408432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认证系统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4498848" y="4251960"/>
            <a:ext cx="146304" cy="146304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73" name="Shape 71"/>
          <p:cNvSpPr/>
          <p:nvPr/>
        </p:nvSpPr>
        <p:spPr>
          <a:xfrm>
            <a:off x="464515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59680" y="4251960"/>
            <a:ext cx="146304" cy="146304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75" name="Shape 73"/>
          <p:cNvSpPr/>
          <p:nvPr/>
        </p:nvSpPr>
        <p:spPr>
          <a:xfrm>
            <a:off x="520598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620512" y="4251960"/>
            <a:ext cx="146304" cy="146304"/>
          </a:xfrm>
          <a:prstGeom prst="ellipse">
            <a:avLst/>
          </a:prstGeom>
          <a:solidFill>
            <a:srgbClr val="60A5FA"/>
          </a:solidFill>
        </p:spPr>
      </p:sp>
      <p:sp>
        <p:nvSpPr>
          <p:cNvPr id="77" name="Shape 75"/>
          <p:cNvSpPr/>
          <p:nvPr/>
        </p:nvSpPr>
        <p:spPr>
          <a:xfrm>
            <a:off x="5766816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413248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同步系统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181344" y="4251960"/>
            <a:ext cx="146304" cy="146304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80" name="Shape 78"/>
          <p:cNvSpPr/>
          <p:nvPr/>
        </p:nvSpPr>
        <p:spPr>
          <a:xfrm>
            <a:off x="6327648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42176" y="4251960"/>
            <a:ext cx="146304" cy="146304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82" name="Shape 80"/>
          <p:cNvSpPr/>
          <p:nvPr/>
        </p:nvSpPr>
        <p:spPr>
          <a:xfrm>
            <a:off x="6888480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303008" y="4251960"/>
            <a:ext cx="146304" cy="146304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84" name="Shape 82"/>
          <p:cNvSpPr/>
          <p:nvPr/>
        </p:nvSpPr>
        <p:spPr>
          <a:xfrm>
            <a:off x="7449312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095744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饮食指标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7863840" y="4251960"/>
            <a:ext cx="146304" cy="146304"/>
          </a:xfrm>
          <a:prstGeom prst="ellipse">
            <a:avLst/>
          </a:prstGeom>
          <a:solidFill>
            <a:srgbClr val="FB923C"/>
          </a:solidFill>
        </p:spPr>
      </p:sp>
      <p:sp>
        <p:nvSpPr>
          <p:cNvPr id="87" name="Shape 85"/>
          <p:cNvSpPr/>
          <p:nvPr/>
        </p:nvSpPr>
        <p:spPr>
          <a:xfrm>
            <a:off x="8010144" y="4325112"/>
            <a:ext cx="41452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24672" y="4251960"/>
            <a:ext cx="146304" cy="146304"/>
          </a:xfrm>
          <a:prstGeom prst="ellipse">
            <a:avLst/>
          </a:prstGeom>
          <a:solidFill>
            <a:srgbClr val="FB923C"/>
          </a:solidFill>
        </p:spPr>
      </p:sp>
      <p:sp>
        <p:nvSpPr>
          <p:cNvPr id="89" name="Text 87"/>
          <p:cNvSpPr/>
          <p:nvPr/>
        </p:nvSpPr>
        <p:spPr>
          <a:xfrm>
            <a:off x="8217408" y="4434840"/>
            <a:ext cx="84124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账号合并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3AED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累计完成 19+ 功能模块 · 覆盖 前端 / 后端 / iOS / 数据库 / AI / 部署 全链路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DE80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一次完整的全栈学习旅程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帮助我把每个领域的门槛都跨过去，每个模块都是真实可用的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0058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241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前端开发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1024128"/>
            <a:ext cx="713232" cy="237744"/>
          </a:xfrm>
          <a:prstGeom prst="rect">
            <a:avLst/>
          </a:prstGeom>
          <a:solidFill>
            <a:srgbClr val="60A5FA">
              <a:alpha val="20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2194560" y="102412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3,200+行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1371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React 19 · Next.js 15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Recharts · Tailwind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Dashboard · 趋势图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报告页 · 数据导入UI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0058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10241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后端开发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1024128"/>
            <a:ext cx="713232" cy="237744"/>
          </a:xfrm>
          <a:prstGeom prst="rect">
            <a:avLst/>
          </a:prstGeom>
          <a:solidFill>
            <a:srgbClr val="2DD4BF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937760" y="102412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14,400+行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10128" y="1371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Node.js · TypeScript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Route Handlers · Zod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01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36个API · 规则引擎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导入器 · 服务聚合层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91440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53328" y="10058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102412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iOS 开发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024128"/>
            <a:ext cx="713232" cy="237744"/>
          </a:xfrm>
          <a:prstGeom prst="rect">
            <a:avLst/>
          </a:prstGeom>
          <a:solidFill>
            <a:srgbClr val="F87171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7680960" y="102412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16,500+行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53328" y="137160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SwiftUI · HealthKit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XcodeGen · Combine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53328" y="182880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192024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4个Tab页 · 离线队列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3次TestFlight发布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88036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66928" y="2971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29900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990088"/>
            <a:ext cx="713232" cy="237744"/>
          </a:xfrm>
          <a:prstGeom prst="rect">
            <a:avLst/>
          </a:prstGeom>
          <a:solidFill>
            <a:srgbClr val="A78BFA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2194560" y="299008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15次迁移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" y="3337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SQLite · Schema设计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数据回填 · 用户隔离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886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统一健康模型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认证系统 · 账号合并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288036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10128" y="2971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657600" y="29900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集成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2990088"/>
            <a:ext cx="713232" cy="237744"/>
          </a:xfrm>
          <a:prstGeom prst="rect">
            <a:avLst/>
          </a:prstGeom>
          <a:solidFill>
            <a:srgbClr val="FBBF24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4937760" y="299008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700+行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0128" y="3337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SDK · Prompt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多Provider路由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01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3886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AI对话 · 洞察生成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食物识别 · 基因解析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43600" y="2880360"/>
            <a:ext cx="2560320" cy="1828800"/>
          </a:xfrm>
          <a:prstGeom prst="rect">
            <a:avLst/>
          </a:prstGeom>
          <a:solidFill>
            <a:srgbClr val="252B48"/>
          </a:solidFill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053328" y="297180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6400800" y="299008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部署运维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2990088"/>
            <a:ext cx="713232" cy="237744"/>
          </a:xfrm>
          <a:prstGeom prst="rect">
            <a:avLst/>
          </a:prstGeom>
          <a:solidFill>
            <a:srgbClr val="FB923C">
              <a:alpha val="20000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7680960" y="2990088"/>
            <a:ext cx="7132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B92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16脚本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053328" y="3337560"/>
            <a:ext cx="2331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Cloudflare Tunnel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systemd · launchd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53328" y="3794760"/>
            <a:ext cx="2331720" cy="0"/>
          </a:xfrm>
          <a:prstGeom prst="line">
            <a:avLst/>
          </a:prstGeom>
          <a:noFill/>
          <a:ln w="6350">
            <a:solidFill>
              <a:srgbClr val="3A40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53328" y="3886200"/>
            <a:ext cx="2331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公网部署 · 主备切换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CA3C0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健康检查 · 自动恢复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合计 40,000+ 行代码  ·  6 个领域  ·  每个模块都是真实可运行的产品能力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作为创作伙伴的真实体验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三个 AI 工具协作，每天满负荷使用，感受完全不一样的创作节奏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🛠️  工具协作分工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" cy="822960"/>
          </a:xfrm>
          <a:prstGeom prst="rect">
            <a:avLst/>
          </a:prstGeom>
          <a:solidFill>
            <a:srgbClr val="2DD4BF"/>
          </a:solidFill>
        </p:spPr>
      </p:sp>
      <p:sp>
        <p:nvSpPr>
          <p:cNvPr id="7" name="Text 5"/>
          <p:cNvSpPr/>
          <p:nvPr/>
        </p:nvSpPr>
        <p:spPr>
          <a:xfrm>
            <a:off x="594360" y="142646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48840" y="1426464"/>
            <a:ext cx="914400" cy="201168"/>
          </a:xfrm>
          <a:prstGeom prst="rect">
            <a:avLst/>
          </a:prstGeom>
          <a:solidFill>
            <a:srgbClr val="2DD4BF">
              <a:alpha val="15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2148840" y="142646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架构师角色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67335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后端架构 · API设计 · 数据库 · 部署脚本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18928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"像一个懂上下文的技术合伙人"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384048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31720"/>
            <a:ext cx="45720" cy="822960"/>
          </a:xfrm>
          <a:prstGeom prst="rect">
            <a:avLst/>
          </a:prstGeom>
          <a:solidFill>
            <a:srgbClr val="60A5FA"/>
          </a:solidFill>
        </p:spPr>
      </p:sp>
      <p:sp>
        <p:nvSpPr>
          <p:cNvPr id="14" name="Text 12"/>
          <p:cNvSpPr/>
          <p:nvPr/>
        </p:nvSpPr>
        <p:spPr>
          <a:xfrm>
            <a:off x="594360" y="238658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Cursor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2386584"/>
            <a:ext cx="914400" cy="201168"/>
          </a:xfrm>
          <a:prstGeom prst="rect">
            <a:avLst/>
          </a:prstGeom>
          <a:solidFill>
            <a:srgbClr val="60A5FA">
              <a:alpha val="15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2148840" y="238658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快速实现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263347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前端组件 · 样式调优 · 调试修复 · 重构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85292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"最适合页面级别的快速迭代"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384048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91840"/>
            <a:ext cx="45720" cy="822960"/>
          </a:xfrm>
          <a:prstGeom prst="rect">
            <a:avLst/>
          </a:prstGeom>
          <a:solidFill>
            <a:srgbClr val="F87171"/>
          </a:solidFill>
        </p:spPr>
      </p:sp>
      <p:sp>
        <p:nvSpPr>
          <p:cNvPr id="21" name="Text 19"/>
          <p:cNvSpPr/>
          <p:nvPr/>
        </p:nvSpPr>
        <p:spPr>
          <a:xfrm>
            <a:off x="594360" y="3346704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Codex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48840" y="3346704"/>
            <a:ext cx="914400" cy="201168"/>
          </a:xfrm>
          <a:prstGeom prst="rect">
            <a:avLst/>
          </a:prstGeom>
          <a:solidFill>
            <a:srgbClr val="F87171">
              <a:alpha val="15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2148840" y="3346704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8717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iOS 专项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93592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SwiftUI · HealthKit · 离线逻辑 · 发布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81304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"让不熟悉 iOS 的人也能写 Swift"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✨  创作节奏的变化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371600"/>
            <a:ext cx="393192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9472" y="1508760"/>
            <a:ext cx="256032" cy="256032"/>
          </a:xfrm>
          <a:prstGeom prst="ellipse">
            <a:avLst/>
          </a:prstGeom>
          <a:solidFill>
            <a:srgbClr val="2DD4BF">
              <a:alpha val="30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4919472" y="14813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230368" y="143560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想法到原型：小时级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30368" y="170078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一个新想法，当天就能看到可用的功能原型，快速验证方向是否对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148840"/>
            <a:ext cx="393192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2286000"/>
            <a:ext cx="256032" cy="256032"/>
          </a:xfrm>
          <a:prstGeom prst="ellipse">
            <a:avLst/>
          </a:prstGeom>
          <a:solidFill>
            <a:srgbClr val="A78BFA">
              <a:alpha val="3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4919472" y="22585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30368" y="221284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迭代无心理负担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30368" y="247802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改需求、换方向、重构模块——AI 让代价变小，敢于尝试更多可能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2926080"/>
            <a:ext cx="393192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19472" y="3063240"/>
            <a:ext cx="256032" cy="256032"/>
          </a:xfrm>
          <a:prstGeom prst="ellipse">
            <a:avLst/>
          </a:prstGeom>
          <a:solidFill>
            <a:srgbClr val="60A5FA">
              <a:alpha val="30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4919472" y="30358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📚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30368" y="299008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0A5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学习与创作同步发生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30368" y="325526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做iOS的过程中同步学了SwiftUI，做规则引擎的过程中理解了健康数据，创作就是学习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46320" y="3703320"/>
            <a:ext cx="3931920" cy="658368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919472" y="3840480"/>
            <a:ext cx="256032" cy="256032"/>
          </a:xfrm>
          <a:prstGeom prst="ellipse">
            <a:avLst/>
          </a:prstGeom>
          <a:solidFill>
            <a:srgbClr val="FB923C">
              <a:alpha val="3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4919472" y="38130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30368" y="3767328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聚焦在自己最擅长的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0368" y="4032504"/>
            <a:ext cx="3337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处理语法细节和样板代码，人专注于判断哪个方向更有价值、用户体验更好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438912"/>
          </a:xfrm>
          <a:prstGeom prst="rect">
            <a:avLst/>
          </a:prstGeom>
          <a:solidFill>
            <a:srgbClr val="1E2340"/>
          </a:solidFill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0080" y="4626864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核心感受：</a:t>
            </a:r>
            <a:r>
              <a:rPr lang="en-US" sz="110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不是在替你做决定，而是把你从重复劳动中解放出来，让你有更多时间去做</a:t>
            </a:r>
            <a:r>
              <a:rPr lang="en-US" sz="11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 真正有创意、有判断力的事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BBF24"/>
          </a:solidFill>
        </p:spPr>
      </p:sp>
      <p:sp>
        <p:nvSpPr>
          <p:cNvPr id="3" name="Shape 1"/>
          <p:cNvSpPr/>
          <p:nvPr/>
        </p:nvSpPr>
        <p:spPr>
          <a:xfrm>
            <a:off x="7132320" y="2743200"/>
            <a:ext cx="3200400" cy="3200400"/>
          </a:xfrm>
          <a:prstGeom prst="ellipse">
            <a:avLst/>
          </a:prstGeom>
          <a:solidFill>
            <a:srgbClr val="A78BFA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7772400" y="3200400"/>
            <a:ext cx="2011680" cy="2011680"/>
          </a:xfrm>
          <a:prstGeom prst="ellipse">
            <a:avLst/>
          </a:prstGeom>
          <a:solidFill>
            <a:srgbClr val="2A3060">
              <a:alpha val="5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-914400" y="-457200"/>
            <a:ext cx="2560320" cy="2560320"/>
          </a:xfrm>
          <a:prstGeom prst="ellipse">
            <a:avLst/>
          </a:prstGeom>
          <a:solidFill>
            <a:srgbClr val="2DD4BF">
              <a:alpha val="20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× 个人创意 = 无限可能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182880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19072"/>
            <a:ext cx="201168" cy="201168"/>
          </a:xfrm>
          <a:prstGeom prst="ellipse">
            <a:avLst/>
          </a:prstGeom>
          <a:solidFill>
            <a:srgbClr val="2DD4BF"/>
          </a:solidFill>
        </p:spPr>
      </p:sp>
      <p:sp>
        <p:nvSpPr>
          <p:cNvPr id="9" name="Text 7"/>
          <p:cNvSpPr/>
          <p:nvPr/>
        </p:nvSpPr>
        <p:spPr>
          <a:xfrm>
            <a:off x="1051560" y="164592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从工作到生活，方法论完全迁移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19659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推荐系统 AI 工作台和个人健康 App 用的是同一套 Vibe Coding 方法论 — 工作中学到的，随时可以用于个人创意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633472"/>
            <a:ext cx="201168" cy="201168"/>
          </a:xfrm>
          <a:prstGeom prst="ellipse">
            <a:avLst/>
          </a:prstGeom>
          <a:solidFill>
            <a:srgbClr val="A78BFA"/>
          </a:solidFill>
        </p:spPr>
      </p:sp>
      <p:sp>
        <p:nvSpPr>
          <p:cNvPr id="12" name="Text 10"/>
          <p:cNvSpPr/>
          <p:nvPr/>
        </p:nvSpPr>
        <p:spPr>
          <a:xfrm>
            <a:off x="1051560" y="256032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从想法到产品，个人也可以做到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不需要等待资源和团队，一个想法在两周内就能变成真实可用的产品 — 这种创作自由感值得每个人体验一次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547872"/>
            <a:ext cx="201168" cy="201168"/>
          </a:xfrm>
          <a:prstGeom prst="ellipse">
            <a:avLst/>
          </a:prstGeom>
          <a:solidFill>
            <a:srgbClr val="FBBF24"/>
          </a:solidFill>
        </p:spPr>
      </p:sp>
      <p:sp>
        <p:nvSpPr>
          <p:cNvPr id="15" name="Text 13"/>
          <p:cNvSpPr/>
          <p:nvPr/>
        </p:nvSpPr>
        <p:spPr>
          <a:xfrm>
            <a:off x="1051560" y="347472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AI 是放大器，放大的是你的判断力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794760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2A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越是懂业务、有判断力的人，AI 就能帮越多 — 我们每个人都在成为更好的 AI 协作者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553712"/>
            <a:ext cx="6400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4A5080"/>
                </a:solidFill>
              </a:rPr>
              <a:t>"</a:t>
            </a:r>
            <a:r>
              <a:rPr lang="en-US" sz="1400" i="1" dirty="0">
                <a:solidFill>
                  <a:srgbClr val="8B92A8"/>
                </a:solidFill>
              </a:rPr>
              <a:t>你有多大的创意，AI 就能帮你走多远</a:t>
            </a:r>
            <a:r>
              <a:rPr lang="en-US" sz="2400" dirty="0">
                <a:solidFill>
                  <a:srgbClr val="4A5080"/>
                </a:solidFill>
              </a:rPr>
              <a:t>"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2833</Words>
  <Application>WPS 文字</Application>
  <PresentationFormat>On-screen Show (16:9)</PresentationFormat>
  <Paragraphs>375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Arial</vt:lpstr>
      <vt:lpstr>Arial</vt:lpstr>
      <vt:lpstr>汉仪书宋二KW</vt:lpstr>
      <vt:lpstr>宋体</vt:lpstr>
      <vt:lpstr>Calibri</vt:lpstr>
      <vt:lpstr>Helvetica Neue</vt:lpstr>
      <vt:lpstr>微软雅黑</vt:lpstr>
      <vt:lpstr>汉仪旗黑</vt:lpstr>
      <vt:lpstr>Arial Unicode MS</vt:lpstr>
      <vt:lpstr>等线</vt:lpstr>
      <vt:lpstr>汉仪中等线KW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 × 个人创意 — Health AI</dc:title>
  <dc:creator>马尧</dc:creator>
  <dc:subject>PptxGenJS Presentation</dc:subject>
  <cp:lastModifiedBy>秦天</cp:lastModifiedBy>
  <cp:revision>2</cp:revision>
  <dcterms:created xsi:type="dcterms:W3CDTF">2026-03-31T11:46:55Z</dcterms:created>
  <dcterms:modified xsi:type="dcterms:W3CDTF">2026-03-31T11:46:55Z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C070120AEA24AB262FB4CB694076B9FE_42</vt:lpwstr>
  </property>
</Properties>
</file>