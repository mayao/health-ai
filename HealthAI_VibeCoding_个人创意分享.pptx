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-731520"/>
            <a:ext cx="2926080" cy="2926080"/>
          </a:xfrm>
          <a:prstGeom prst="ellipse">
            <a:avLst/>
          </a:prstGeom>
          <a:solidFill>
            <a:srgbClr val="A78BF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2A306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DD4BF">
              <a:alpha val="2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× 个人创意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不止改变工作方式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更能让个人创意从想法到产品落地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用同样的 Vibe Coding 方式，我在业余时间独立开发了一个完整的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个人健康管理 AI 系统 — Vital Command / HealthAI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idea → 架构 → 前端 → 后端 → iOS → 部署 → 公网上线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 × 三个 AI 工具 × 16天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 Command · 产品一览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一个人用 Vibe Coding 从零到上线的完整 iOS + Web 健康 AI 系统</a:t>
            </a:r>
            <a:endParaRPr lang="en-US" sz="1300" dirty="0"/>
          </a:p>
        </p:txBody>
      </p:sp>
      <p:pic>
        <p:nvPicPr>
          <p:cNvPr id="5" name="Image 0" descr="/sessions/youthful-upbeat-allen/app_show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8680"/>
            <a:ext cx="88696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3931920"/>
            <a:ext cx="2011680" cy="9144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3931920"/>
            <a:ext cx="201168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5"/>
          <p:cNvSpPr/>
          <p:nvPr/>
        </p:nvSpPr>
        <p:spPr>
          <a:xfrm>
            <a:off x="429768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健康仪表盘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健康分 · AI分析 · 指标趋势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3931920"/>
            <a:ext cx="2011680" cy="9144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3931920"/>
            <a:ext cx="20116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/>
          <p:nvPr/>
        </p:nvSpPr>
        <p:spPr>
          <a:xfrm>
            <a:off x="2624328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总览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24328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综合结论 · 风险 · 卡点 · 联动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3931920"/>
            <a:ext cx="2011680" cy="9144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3931920"/>
            <a:ext cx="201168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Text 13"/>
          <p:cNvSpPr/>
          <p:nvPr/>
        </p:nvSpPr>
        <p:spPr>
          <a:xfrm>
            <a:off x="4818888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健康计划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18888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AI个性化建议 · 可接受执行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03720" y="3931920"/>
            <a:ext cx="2011680" cy="9144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03720" y="3931920"/>
            <a:ext cx="201168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0" name="Text 17"/>
          <p:cNvSpPr/>
          <p:nvPr/>
        </p:nvSpPr>
        <p:spPr>
          <a:xfrm>
            <a:off x="7013448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数据源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13448" y="4343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HealthKit · 华为 · Garmin · COROS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A1F38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API  端点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0604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数据库迁移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TestFlight构建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0372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app.wellai.online  公网域名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深度集成 · 不只是套壳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规则引擎 + LLM 双层架构，从数据采集到洞察生成的完整 AI 闭环</a:t>
            </a:r>
            <a:endParaRPr lang="en-US" sz="1300" dirty="0"/>
          </a:p>
        </p:txBody>
      </p:sp>
      <p:pic>
        <p:nvPicPr>
          <p:cNvPr id="5" name="Image 0" descr="/sessions/youthful-upbeat-allen/app_ai_featu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68680"/>
            <a:ext cx="484632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0" y="914400"/>
            <a:ext cx="3840480" cy="86868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914400"/>
            <a:ext cx="54864" cy="8686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005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0" y="10058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健康对话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基于个人数据的智能问答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指标解读 · 行动建议 · 趋势预判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20640" y="1920240"/>
            <a:ext cx="3840480" cy="86868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920240"/>
            <a:ext cx="54864" cy="8686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2011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体检报告 AI 洞察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自动识别异常指标 · 分级告警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结构化分析 · 4项可执行行动建议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20640" y="2926080"/>
            <a:ext cx="3840480" cy="86868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2926080"/>
            <a:ext cx="54864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5"/>
          <p:cNvSpPr/>
          <p:nvPr/>
        </p:nvSpPr>
        <p:spPr>
          <a:xfrm>
            <a:off x="5257800" y="3017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0" y="3017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多维度规则引擎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291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趋势分析 · 异常检测 · 联动观察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严重度分级 · 证据化 Insights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120640" y="3931920"/>
            <a:ext cx="3840480" cy="86868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20640" y="3931920"/>
            <a:ext cx="54864" cy="8686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40233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69280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多模态数据理解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6928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体检PDF/图片OCR · 基因报告解析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饮食图片识别 · HealthKit同步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A1F38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SDK 驱动  ·  多 Provider 路由  ·  Prompt 模板化  ·  Mock 测试全覆盖  ·  规则+LLM 混合架构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迭代全景：从零到产品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8个开发阶段 · 19+需求模块 · 15次数据库演进 · 4轮PLAN迭代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数据导入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与标准化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多源导入 · 字段映射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单位标准化 · 异常标记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1005840"/>
            <a:ext cx="155448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分析引擎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39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趋势分析 · 异常检测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联动观察 · Insights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100584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005840"/>
            <a:ext cx="15544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3639312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日/周/月摘要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多Provider · Prompt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005840"/>
            <a:ext cx="1554480" cy="457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5285232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6-7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首页与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趋势图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 · Snapshot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005840"/>
            <a:ext cx="1554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005840"/>
            <a:ext cx="1554480" cy="45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6" name="Text 24"/>
          <p:cNvSpPr/>
          <p:nvPr/>
        </p:nvSpPr>
        <p:spPr>
          <a:xfrm>
            <a:off x="6931152" y="1097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1280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与安全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3115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脱敏审计 · 安全日志</a:t>
            </a:r>
            <a:endParaRPr lang="en-US" sz="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导出/删除接口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6479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1071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5663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02552" y="1463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迭代轮次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788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788920"/>
            <a:ext cx="196596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5模块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1363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洞察升级 + 基因上传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饮食MVP + 报告联动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2788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377440" y="2788920"/>
            <a:ext cx="196596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1" name="Text 39"/>
          <p:cNvSpPr/>
          <p:nvPr/>
        </p:nvSpPr>
        <p:spPr>
          <a:xfrm>
            <a:off x="246888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5模块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31363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首页核心指标改造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分析模块 + 空态处理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2788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2788920"/>
            <a:ext cx="19659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4模块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31363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Apple登录 + HealthKit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离线缓存 + 无白屏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278892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0" y="2788920"/>
            <a:ext cx="196596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6675120" y="2880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80960" y="2880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3模块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313639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主备切换 + 公网接入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数据库演进 · 15次迁移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3024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6" name="Shape 54"/>
          <p:cNvSpPr/>
          <p:nvPr/>
        </p:nvSpPr>
        <p:spPr>
          <a:xfrm>
            <a:off x="71932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统一Schema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133856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9" name="Shape 57"/>
          <p:cNvSpPr/>
          <p:nvPr/>
        </p:nvSpPr>
        <p:spPr>
          <a:xfrm>
            <a:off x="128016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94688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1" name="Shape 59"/>
          <p:cNvSpPr/>
          <p:nvPr/>
        </p:nvSpPr>
        <p:spPr>
          <a:xfrm>
            <a:off x="184099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55520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3" name="Shape 61"/>
          <p:cNvSpPr/>
          <p:nvPr/>
        </p:nvSpPr>
        <p:spPr>
          <a:xfrm>
            <a:off x="240182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48256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导入日志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816352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6" name="Shape 64"/>
          <p:cNvSpPr/>
          <p:nvPr/>
        </p:nvSpPr>
        <p:spPr>
          <a:xfrm>
            <a:off x="2962656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77184" y="425196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8" name="Shape 66"/>
          <p:cNvSpPr/>
          <p:nvPr/>
        </p:nvSpPr>
        <p:spPr>
          <a:xfrm>
            <a:off x="352348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38016" y="4251960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408432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认证系统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498848" y="4251960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3" name="Shape 71"/>
          <p:cNvSpPr/>
          <p:nvPr/>
        </p:nvSpPr>
        <p:spPr>
          <a:xfrm>
            <a:off x="464515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59680" y="4251960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5" name="Shape 73"/>
          <p:cNvSpPr/>
          <p:nvPr/>
        </p:nvSpPr>
        <p:spPr>
          <a:xfrm>
            <a:off x="520598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20512" y="4251960"/>
            <a:ext cx="146304" cy="146304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77" name="Shape 75"/>
          <p:cNvSpPr/>
          <p:nvPr/>
        </p:nvSpPr>
        <p:spPr>
          <a:xfrm>
            <a:off x="5766816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13248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同步系统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181344" y="4251960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632764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42176" y="4251960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688848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03008" y="4251960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744931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95744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饮食指标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863840" y="4251960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7" name="Shape 85"/>
          <p:cNvSpPr/>
          <p:nvPr/>
        </p:nvSpPr>
        <p:spPr>
          <a:xfrm>
            <a:off x="801014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24672" y="4251960"/>
            <a:ext cx="146304" cy="146304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89" name="Text 87"/>
          <p:cNvSpPr/>
          <p:nvPr/>
        </p:nvSpPr>
        <p:spPr>
          <a:xfrm>
            <a:off x="8217408" y="4434840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账号合并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累计完成 19+ 功能模块 · 覆盖 前端 / 后端 / iOS / 数据库 / AI / 部署 全链路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一人全栈：AI 驱动的角色覆盖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传统需要一个完整团队的工作，现在一个人 + AI 就能搞定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024128"/>
            <a:ext cx="713232" cy="237744"/>
          </a:xfrm>
          <a:prstGeom prst="rect">
            <a:avLst/>
          </a:prstGeom>
          <a:solidFill>
            <a:srgbClr val="60A5FA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024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3,200+行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Next.js 15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· Tailwind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· 趋势图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报告页 · 数据导入UI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024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后端工程师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024128"/>
            <a:ext cx="713232" cy="237744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024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14,400+行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· TypeScript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Handlers · Zod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36个API · 规则引擎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导入器 · 服务聚合层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91440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3328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1024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开发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024128"/>
            <a:ext cx="713232" cy="237744"/>
          </a:xfrm>
          <a:prstGeom prst="rect">
            <a:avLst/>
          </a:prstGeom>
          <a:solidFill>
            <a:srgbClr val="F87171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024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16,500+行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53328" y="13716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SwiftUI · HealthKit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XcodeGen · Combine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533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920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4个Tab页 · 离线队列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3次TestFlight发布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990088"/>
            <a:ext cx="713232" cy="237744"/>
          </a:xfrm>
          <a:prstGeom prst="rect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194560" y="29900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15次迁移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Schema设计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数据回填 · 用户隔离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统一健康模型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认证系统 · 账号合并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288036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1012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工程师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990088"/>
            <a:ext cx="713232" cy="237744"/>
          </a:xfrm>
          <a:prstGeom prst="rect">
            <a:avLst/>
          </a:prstGeom>
          <a:solidFill>
            <a:srgbClr val="FBBF24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9900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700+行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0128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SDK · Prompt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多Provider路由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01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AI对话 · 洞察生成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食物识别 · 基因解析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2880360"/>
            <a:ext cx="2560320" cy="1828800"/>
          </a:xfrm>
          <a:prstGeom prst="rect">
            <a:avLst/>
          </a:prstGeom>
          <a:solidFill>
            <a:srgbClr val="252B4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53328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400800" y="29900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2990088"/>
            <a:ext cx="713232" cy="237744"/>
          </a:xfrm>
          <a:prstGeom prst="rect">
            <a:avLst/>
          </a:prstGeom>
          <a:solidFill>
            <a:srgbClr val="FB923C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7680960" y="29900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16脚本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53328" y="33375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Tunnel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systemd · launchd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533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53328" y="38862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公网部署 · 主备切换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 · 自动恢复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 40,000+ 行代码  ·  覆盖 6 个职能角色  ·  1 人完成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投入 vs 产出：AI 时代的个人效率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 AI 工具 · 每月 $60 · 16天业余时间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投入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26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4264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后端架构 · API开发 · 数据库设计 · 部署脚本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883664"/>
            <a:ext cx="329184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883664"/>
            <a:ext cx="1316736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14884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20370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441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 · 组件开发 · 样式调优 · 调试修复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" y="2660904"/>
            <a:ext cx="329184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660904"/>
            <a:ext cx="1152144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80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98094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2186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iOS客户端 · SwiftUI · HealthKit · TestFlight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438144"/>
            <a:ext cx="329184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438144"/>
            <a:ext cx="822960" cy="457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749040"/>
            <a:ext cx="3840480" cy="6400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794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月费合计：$60 ≈ ¥430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40416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每天额度基本用满 · 日均对话 50+ 轮 · 满负荷运转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产出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371600"/>
            <a:ext cx="54864" cy="502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4081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35040" y="14081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行代码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35040" y="16276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23,700 + Swift 16,500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01168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01168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20482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035040" y="2048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22677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个阶段 · 4 轮 PLAN · 全链路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65176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2651760"/>
            <a:ext cx="54864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268833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3504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职能角色覆盖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29077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前端/后端/iOS/DBA/AI/DevOps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291840"/>
            <a:ext cx="3840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329184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3284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035040" y="33284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完整上线产品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035040" y="354787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TestFlight + 公网 app.wellai.online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977640"/>
            <a:ext cx="38404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39959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传统模式：3-5人团队 × 2-3个月 × 人均¥20K+/月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83480" y="41788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Coding：1人 × 16天 × ¥430/月 · 效率提升 100x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关键不是 AI 多便宜，而是 AI 让 </a:t>
            </a:r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个人拥有了组建团队的能力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这才是真正的范式转移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A78BF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2A3060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14400" y="-457200"/>
            <a:ext cx="2560320" cy="2560320"/>
          </a:xfrm>
          <a:prstGeom prst="ellipse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个人创意 = 无限可能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8288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37360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从工作到生活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 Vibe Coding 方法论，白天做推荐系统 AI 工作台，晚上做个人健康 App — 工作流完全复用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51760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从想法到产品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不再需要组建团队、筹措资金，一个想法 + AI 就能在两周内变成可用产品 — 个人创业成本趋近于零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从替代到赋能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不是来抢饭碗的，而是给每个人配了一支全栈团队 — 真正稀缺的是你的创意和判断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5080"/>
                </a:solidFill>
              </a:rPr>
              <a:t>"</a:t>
            </a:r>
            <a:pPr indent="0" marL="0">
              <a:buNone/>
            </a:pPr>
            <a:r>
              <a:rPr lang="en-US" sz="1400" i="1" dirty="0">
                <a:solidFill>
                  <a:srgbClr val="6B7290"/>
                </a:solidFill>
              </a:rPr>
              <a:t>每个人都有改变世界的创意，AI 让你不再需要一支军队来实现它</a:t>
            </a:r>
            <a:pPr indent="0" marL="0">
              <a:buNone/>
            </a:pPr>
            <a:r>
              <a:rPr lang="en-US" sz="2800" dirty="0">
                <a:solidFill>
                  <a:srgbClr val="4A5080"/>
                </a:solidFill>
              </a:rPr>
              <a:t>"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× 个人创意 — Health AI</dc:title>
  <dc:subject>PptxGenJS Presentation</dc:subject>
  <dc:creator>马尧</dc:creator>
  <cp:lastModifiedBy>马尧</cp:lastModifiedBy>
  <cp:revision>1</cp:revision>
  <dcterms:created xsi:type="dcterms:W3CDTF">2026-03-31T11:17:00Z</dcterms:created>
  <dcterms:modified xsi:type="dcterms:W3CDTF">2026-03-31T11:17:00Z</dcterms:modified>
</cp:coreProperties>
</file>